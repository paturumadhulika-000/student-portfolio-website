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9"/>
  </p:notesMasterIdLst>
  <p:handoutMasterIdLst>
    <p:handoutMasterId r:id="rId20"/>
  </p:handoutMasterIdLst>
  <p:sldIdLst>
    <p:sldId id="261" r:id="rId3"/>
    <p:sldId id="314" r:id="rId4"/>
    <p:sldId id="322" r:id="rId5"/>
    <p:sldId id="323" r:id="rId6"/>
    <p:sldId id="266" r:id="rId7"/>
    <p:sldId id="341" r:id="rId8"/>
    <p:sldId id="342" r:id="rId9"/>
    <p:sldId id="349" r:id="rId10"/>
    <p:sldId id="343" r:id="rId11"/>
    <p:sldId id="344" r:id="rId12"/>
    <p:sldId id="345" r:id="rId13"/>
    <p:sldId id="350" r:id="rId14"/>
    <p:sldId id="351" r:id="rId15"/>
    <p:sldId id="347" r:id="rId16"/>
    <p:sldId id="348" r:id="rId17"/>
    <p:sldId id="33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CDB23-F71F-45AC-95C4-53EA35851854}" v="25" dt="2026-03-04T03:42:4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94" autoAdjust="0"/>
    <p:restoredTop sz="95833"/>
  </p:normalViewPr>
  <p:slideViewPr>
    <p:cSldViewPr snapToGrid="0" snapToObjects="1">
      <p:cViewPr varScale="1">
        <p:scale>
          <a:sx n="87" d="100"/>
          <a:sy n="87" d="100"/>
        </p:scale>
        <p:origin x="4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09/03/2026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09/03/2026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09/03/2026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09/03/2026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09/03/2026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09/03/2026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09/03/2026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09/03/2026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09/03/2026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09/03/2026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09/03/2026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09/03/2026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09/03/2026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INSTRUCTIONS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r>
              <a:rPr lang="en-IN"/>
              <a:t>Use </a:t>
            </a:r>
            <a:r>
              <a:rPr lang="en-IN" dirty="0"/>
              <a:t>Font size 22 to 28 and Font Style </a:t>
            </a:r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Times New Roman </a:t>
            </a:r>
            <a:r>
              <a:rPr lang="en-IN" dirty="0"/>
              <a:t>(body)</a:t>
            </a:r>
          </a:p>
          <a:p>
            <a:r>
              <a:rPr lang="en-IN" dirty="0"/>
              <a:t>Do not change the Template: Heading / Title of the slides</a:t>
            </a:r>
          </a:p>
          <a:p>
            <a:r>
              <a:rPr lang="en-IN" dirty="0"/>
              <a:t>Do not change font style or colours</a:t>
            </a:r>
          </a:p>
          <a:p>
            <a:r>
              <a:rPr lang="en-IN" dirty="0"/>
              <a:t>Do not copy paste paragraphs: use only Bullet Points</a:t>
            </a:r>
          </a:p>
          <a:p>
            <a:r>
              <a:rPr lang="en-IN" dirty="0"/>
              <a:t>Maximum slide Limit is 20 only</a:t>
            </a:r>
          </a:p>
          <a:p>
            <a:r>
              <a:rPr lang="en-IN" dirty="0"/>
              <a:t>As per the number of supervisor allotted adopt slide-2 or slide-3</a:t>
            </a:r>
          </a:p>
          <a:p>
            <a:r>
              <a:rPr lang="en-IN" dirty="0"/>
              <a:t>Please display the required meaningful Content or images or tables </a:t>
            </a:r>
          </a:p>
          <a:p>
            <a:r>
              <a:rPr lang="en-IN" dirty="0"/>
              <a:t>Change the footer accordingly using insert tab then click on header &amp; footer tab and edit it</a:t>
            </a:r>
          </a:p>
          <a:p>
            <a:r>
              <a:rPr lang="en-IN" dirty="0"/>
              <a:t>Save the PPT with Register No, Dept and Review no,  example: </a:t>
            </a:r>
            <a:r>
              <a:rPr lang="en-US" dirty="0"/>
              <a:t>23xxxxxxxxx_CSE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338F-74DD-D142-8C58-9E4C5E66F6E8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9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6"/>
            <a:ext cx="11543614" cy="902112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</a:t>
            </a:r>
            <a:r>
              <a:rPr lang="en-US" sz="2400" dirty="0" smtClean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RESPONSIVE PERSONAL PORTFOLIO IMPLEMENATION OVERVIEW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</a:t>
            </a:r>
            <a:r>
              <a:rPr lang="en-US" sz="9600" dirty="0" smtClean="0"/>
              <a:t>P.MADHULIKA</a:t>
            </a:r>
            <a:endParaRPr lang="en-US" sz="9600" dirty="0"/>
          </a:p>
          <a:p>
            <a:pPr marL="0" indent="0" algn="ctr">
              <a:buNone/>
            </a:pPr>
            <a:r>
              <a:rPr lang="en-US" sz="9600" dirty="0"/>
              <a:t>Student ID: </a:t>
            </a:r>
            <a:r>
              <a:rPr lang="en-US" sz="9600" dirty="0" smtClean="0"/>
              <a:t>2520030151</a:t>
            </a:r>
            <a:r>
              <a:rPr lang="en-US" sz="2400" dirty="0" smtClean="0"/>
              <a:t>)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 smtClean="0"/>
              <a:t>Cluster:4</a:t>
            </a:r>
            <a:endParaRPr lang="en-US" sz="11200" dirty="0"/>
          </a:p>
          <a:p>
            <a:pPr marL="0" indent="0" algn="ctr">
              <a:buNone/>
            </a:pPr>
            <a:r>
              <a:rPr lang="en-US" sz="11200" dirty="0"/>
              <a:t>Section: </a:t>
            </a:r>
            <a:r>
              <a:rPr lang="en-US" sz="11200" dirty="0" smtClean="0"/>
              <a:t>14</a:t>
            </a:r>
            <a:endParaRPr lang="en-US" sz="112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09/03/2026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</a:t>
            </a:r>
            <a:r>
              <a:rPr lang="en-US" sz="8600" dirty="0" smtClean="0">
                <a:solidFill>
                  <a:srgbClr val="00B050"/>
                </a:solidFill>
              </a:rPr>
              <a:t>SUREKHA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Responsive personal portfolio website to showcase skills and projects</a:t>
            </a:r>
            <a:endParaRPr lang="en-US" dirty="0"/>
          </a:p>
          <a:p>
            <a:r>
              <a:t>Developed using HTML, CSS, JavaScript for frontend development</a:t>
            </a:r>
          </a:p>
          <a:p>
            <a:r>
              <a:t>Provides professional online presence for students or developers</a:t>
            </a:r>
          </a:p>
          <a:p>
            <a:r>
              <a:t>Includes sections like About, Skills, Projects, and Contact</a:t>
            </a:r>
          </a:p>
          <a:p>
            <a:r>
              <a:t>Fully responsive design accessible on mobile, tablet, and desktop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339725" algn="just"/>
            <a:r>
              <a:t>Traditional portfolios are static and not responsive</a:t>
            </a:r>
            <a:endParaRPr lang="en-US" dirty="0"/>
          </a:p>
          <a:p>
            <a:r>
              <a:t>Limited accessibility across different screen sizes</a:t>
            </a:r>
          </a:p>
          <a:p>
            <a:r>
              <a:t>Hard to update or maintain personal achievements</a:t>
            </a:r>
          </a:p>
          <a:p>
            <a:r>
              <a:t>No interactive UI or project showcase features</a:t>
            </a:r>
          </a:p>
          <a:p>
            <a:r>
              <a:t>Lack of online visibility for students and developers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Responsive web-based personal portfolio system</a:t>
            </a:r>
            <a:endParaRPr lang="en-US" dirty="0"/>
          </a:p>
          <a:p>
            <a:r>
              <a:t>Modern UI using HTML5, CSS3 and JavaScript</a:t>
            </a:r>
          </a:p>
          <a:p>
            <a:r>
              <a:t>Dynamic sections for projects, skills and profile</a:t>
            </a:r>
          </a:p>
          <a:p>
            <a:r>
              <a:t>Mobile-friendly layout using responsive design</a:t>
            </a:r>
          </a:p>
          <a:p>
            <a:r>
              <a:t>Easy to update and deploy on web hosting platforms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B15296F-156D-BE47-727B-C34C7CDD4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User Interface Layer – Portfolio web pages</a:t>
            </a:r>
            <a:endParaRPr lang="en-US" dirty="0"/>
          </a:p>
          <a:p>
            <a:r>
              <a:t>Frontend Technologies – HTML, CSS, JavaScript</a:t>
            </a:r>
          </a:p>
          <a:p>
            <a:r>
              <a:t>Responsive Design – CSS media queries and flexible layout</a:t>
            </a:r>
          </a:p>
          <a:p>
            <a:r>
              <a:t>Project Section – Displays project details and links</a:t>
            </a:r>
          </a:p>
          <a:p>
            <a:r>
              <a:t>Contact Section – Allows visitors to connect with the developer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23" y="1406769"/>
            <a:ext cx="10691446" cy="4770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326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Home Module – Displays introduction and profile</a:t>
            </a:r>
            <a:endParaRPr lang="en-US" dirty="0"/>
          </a:p>
          <a:p>
            <a:r>
              <a:t>About Module – Shows personal details and background</a:t>
            </a:r>
          </a:p>
          <a:p>
            <a:r>
              <a:t>Skills Module – Lists technical and professional skills</a:t>
            </a:r>
          </a:p>
          <a:p>
            <a:r>
              <a:t>Projects Module – Showcases completed works</a:t>
            </a:r>
          </a:p>
          <a:p>
            <a:r>
              <a:t>Contact Module – Provides email or contact form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C44B8-E8B6-5D9D-90FF-ECD825D72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To design a responsive personal portfolio website</a:t>
            </a:r>
            <a:endParaRPr lang="en-US" dirty="0"/>
          </a:p>
          <a:p>
            <a:r>
              <a:rPr dirty="0"/>
              <a:t>To showcase skills, projects and achievements</a:t>
            </a:r>
          </a:p>
          <a:p>
            <a:r>
              <a:rPr dirty="0"/>
              <a:t>To improve frontend development skills</a:t>
            </a:r>
          </a:p>
          <a:p>
            <a:r>
              <a:rPr dirty="0"/>
              <a:t>To create mobile-friendly and user-friendly UI</a:t>
            </a:r>
          </a:p>
          <a:p>
            <a:r>
              <a:rPr dirty="0"/>
              <a:t>To provide an online professional profile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</a:t>
            </a:r>
            <a:r>
              <a:rPr lang="en-US" b="1" dirty="0" smtClean="0"/>
              <a:t>DSA</a:t>
            </a:r>
            <a:endParaRPr lang="en-US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224" y="1051902"/>
            <a:ext cx="10515600" cy="5304448"/>
          </a:xfrm>
        </p:spPr>
        <p:txBody>
          <a:bodyPr>
            <a:normAutofit lnSpcReduction="10000"/>
          </a:bodyPr>
          <a:lstStyle/>
          <a:p>
            <a:pPr marL="2743200" lvl="6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CO1:</a:t>
            </a:r>
            <a:r>
              <a:rPr lang="en-US" dirty="0"/>
              <a:t> Implemented searching algorithms and analyzed algorithm efficiency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CO2:</a:t>
            </a:r>
            <a:r>
              <a:rPr lang="en-US" dirty="0"/>
              <a:t> Designed and implemented Linked List with basic operations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CO3:</a:t>
            </a:r>
            <a:r>
              <a:rPr lang="en-US" dirty="0"/>
              <a:t> Implemented Stack and Queue data structures in Java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CO4:</a:t>
            </a:r>
            <a:r>
              <a:rPr lang="en-US" dirty="0"/>
              <a:t> Applied Java programs to demonstrate efficient data structure usage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smtClean="0"/>
              <a:t>CO5</a:t>
            </a:r>
            <a:r>
              <a:rPr lang="en-US" b="1" dirty="0"/>
              <a:t>:</a:t>
            </a:r>
            <a:r>
              <a:rPr lang="en-US" dirty="0"/>
              <a:t> Developed practical applications using linear data structures.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109" y="1922340"/>
            <a:ext cx="6431875" cy="435133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861" y="1922340"/>
            <a:ext cx="654147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123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Screenshots of project:</a:t>
            </a:r>
            <a:endParaRPr lang="en-IN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863" y="2101362"/>
            <a:ext cx="6133013" cy="4097826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6394" y="1908237"/>
            <a:ext cx="6733221" cy="448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261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Responsive portfolio website successfully implemented</a:t>
            </a:r>
            <a:endParaRPr lang="en-US" dirty="0"/>
          </a:p>
          <a:p>
            <a:r>
              <a:t>Provides professional digital profile for developers</a:t>
            </a:r>
          </a:p>
          <a:p>
            <a:r>
              <a:t>Improves accessibility across devices</a:t>
            </a:r>
          </a:p>
          <a:p>
            <a:r>
              <a:t>Demonstrates frontend development knowledge</a:t>
            </a:r>
          </a:p>
          <a:p>
            <a:r>
              <a:t>Useful for showcasing academic and personal projects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23" y="1459522"/>
            <a:ext cx="5308619" cy="441850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446" y="1459522"/>
            <a:ext cx="5234354" cy="441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5400" dirty="0">
                <a:latin typeface="Arial Black" panose="020B0A04020102020204" pitchFamily="34" charset="0"/>
              </a:rPr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09/03/2026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3771</TotalTime>
  <Words>564</Words>
  <Application>Microsoft Office PowerPoint</Application>
  <PresentationFormat>Widescreen</PresentationFormat>
  <Paragraphs>139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Black</vt:lpstr>
      <vt:lpstr>Calibri</vt:lpstr>
      <vt:lpstr>Calibri Light</vt:lpstr>
      <vt:lpstr>Google Sans</vt:lpstr>
      <vt:lpstr>Office Theme</vt:lpstr>
      <vt:lpstr>Custom Design</vt:lpstr>
      <vt:lpstr>INSTRUCTIONS</vt:lpstr>
      <vt:lpstr>Title: RESPONSIVE PERSONAL PORTFOLIO IMPLEMENATION OVERVIEW</vt:lpstr>
      <vt:lpstr>OUTLINE</vt:lpstr>
      <vt:lpstr>Abstract</vt:lpstr>
      <vt:lpstr>Existing System </vt:lpstr>
      <vt:lpstr>Proposed System</vt:lpstr>
      <vt:lpstr>System Architecture</vt:lpstr>
      <vt:lpstr>PowerPoint Presentation</vt:lpstr>
      <vt:lpstr>Project Modules</vt:lpstr>
      <vt:lpstr>Objectives</vt:lpstr>
      <vt:lpstr>Co’s Attainments - DSA</vt:lpstr>
      <vt:lpstr>PowerPoint Presentation</vt:lpstr>
      <vt:lpstr>Screenshots of project: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Madhulika Paturu</cp:lastModifiedBy>
  <cp:revision>58</cp:revision>
  <dcterms:created xsi:type="dcterms:W3CDTF">2022-05-20T10:20:31Z</dcterms:created>
  <dcterms:modified xsi:type="dcterms:W3CDTF">2026-03-09T09:37:59Z</dcterms:modified>
</cp:coreProperties>
</file>